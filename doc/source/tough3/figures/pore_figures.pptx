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F7D3-FEE0-9985-1C4C-38296162C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D40D4B-F6C5-8C90-1AA3-3B7DCE5A4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B7178-BF9D-FAC3-7751-3D3A1C484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CCA9-B698-4F07-9F4E-412B0070A878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24D3A-B599-3AC3-0264-4AB0AA5B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4975C-F07C-6EEF-D6B6-D32CC85C0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7D91-2CDA-4A50-9821-6B449998D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86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E555-A807-DF57-E065-E15C1ADA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17CB7-2E38-71DF-06EB-76E6595EA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B5E66-67C4-AA7F-F5DA-DA6BE44A9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CCA9-B698-4F07-9F4E-412B0070A878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1FD5C-AE29-FEF8-22A2-92452150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8BD3A-A668-C6D1-0235-9DF13852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7D91-2CDA-4A50-9821-6B449998D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2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2178-76EA-41FD-DD72-CE7B47B24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BA68A-EC91-4E55-DDCA-C28E88DF5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A3802-C28D-BAD3-9CFE-C7103A9F3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CCA9-B698-4F07-9F4E-412B0070A878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4BB3-79A1-4DED-3FEF-EA1E97CB1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1EDB9-8241-B74C-066D-0301CE89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7D91-2CDA-4A50-9821-6B449998D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5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25777-D790-B231-F5E5-DC4A28E3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9482B-2FD0-0F5F-9BAF-09328C29D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92574-99F9-949A-F248-F17926253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E4038-DC9E-6C8A-BA3A-960D6C180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CCA9-B698-4F07-9F4E-412B0070A878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C432C-E59D-FA62-FD14-8CB36ED2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03E0A-68CC-731C-3144-64B12995A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7D91-2CDA-4A50-9821-6B449998D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2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8F1C-6F10-2DAD-4F13-194B8A83B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611C8-BF9E-1E50-5912-82F651C92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AC846-E360-CF15-3842-9CB6C79BA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B0544B-D8AE-9231-9722-C06DDA865F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2F2766-5A2E-8380-C8C4-171EF9406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EE9C83-9E06-10BE-FCDB-3999C2774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CCA9-B698-4F07-9F4E-412B0070A878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C46B76-3E40-9DD4-BC82-DA0EDD8B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B54E0-A933-672F-8852-A2B1350EA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7D91-2CDA-4A50-9821-6B449998D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1B6A9-FFDA-AE4E-F752-D5D299F87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C50B6E-69A8-3A12-1D76-6A74315D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CCA9-B698-4F07-9F4E-412B0070A878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4CC4E4-D83F-5605-69AC-CE9D511E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8E78E-373A-BC16-9873-966877757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7D91-2CDA-4A50-9821-6B449998D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373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16FA81-B612-AACC-2932-B7F47AF6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CCA9-B698-4F07-9F4E-412B0070A878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8135C-B353-4769-7855-FC470CC74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9A1B5-DD6B-AF50-7555-7AC1F46C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7D91-2CDA-4A50-9821-6B449998D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10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891DC-F4B5-4A9B-BD81-EB6F2FA99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7AE62-8E9B-369E-0C5F-3449A0A01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DA5BB-30B3-6DD4-7126-21C386328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7EEBA-87C4-ED3C-6903-FC548524C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CCA9-B698-4F07-9F4E-412B0070A878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160B4-669D-A5C0-BE05-1B9DA1EED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5B9CF-5C3C-0634-6877-BAB31558A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7D91-2CDA-4A50-9821-6B449998D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76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477D5-0AE3-4109-4FB5-0D5546EE1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F76E7-63B9-8FFF-0CE1-1A58DFD2A7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05D7A-C69F-8533-EE17-D56AEAF67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7FD91-7AF9-AB25-8E80-4AC32936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CCA9-B698-4F07-9F4E-412B0070A878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8C629-0AC2-77A3-CE36-08DB0DD18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CFCE4-F182-304A-A07C-8AADEF4E7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7D91-2CDA-4A50-9821-6B449998D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87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1BBB6-AA7E-127E-B9B7-BBFF03A2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CC7F61-4547-2308-70FC-8626743C4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DF2C5-BAC3-5C0F-6170-06715944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CCA9-B698-4F07-9F4E-412B0070A878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C1E3A-1696-666F-BFCB-F9F9CD07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029D3-67BB-19F7-6D3C-9BF946D0E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7D91-2CDA-4A50-9821-6B449998D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59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763A-06B5-56CE-BC28-0B77A92F02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4FF63-FDD1-F2F3-393A-D07833AB4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08B4C-B58C-7EF2-7C0D-E27F35D85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CCA9-B698-4F07-9F4E-412B0070A878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8E942-5568-327B-54B3-77479F07D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CD596-45FC-6D90-F9F8-E6387897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7D91-2CDA-4A50-9821-6B449998D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16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AB7D6-9944-BF4E-BD19-2C77E3985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A808F-8D2F-03C6-7BA5-F7DD85040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30267-E8DE-244D-3065-048B488DBD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4CCA9-B698-4F07-9F4E-412B0070A878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14153-052B-D46D-F8AF-579C5A46B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EEF69-CC48-A07F-1DF9-441DEA3515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E7D91-2CDA-4A50-9821-6B449998D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75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9B24B805-E678-F325-618C-EE25E704BF0D}"/>
              </a:ext>
            </a:extLst>
          </p:cNvPr>
          <p:cNvGrpSpPr/>
          <p:nvPr/>
        </p:nvGrpSpPr>
        <p:grpSpPr>
          <a:xfrm>
            <a:off x="3116687" y="2036430"/>
            <a:ext cx="6381482" cy="3055594"/>
            <a:chOff x="0" y="360106"/>
            <a:chExt cx="8757634" cy="460811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78FA713-B08E-0C97-F294-47F54927B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60106"/>
              <a:ext cx="8757634" cy="2176197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6CDBE9F-56F2-DCF5-FA74-30B113BC3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792024"/>
              <a:ext cx="8757634" cy="2176197"/>
            </a:xfrm>
            <a:prstGeom prst="rect">
              <a:avLst/>
            </a:prstGeom>
          </p:spPr>
        </p:pic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600B3A6-7AC7-454F-56BA-3AC3B4019C42}"/>
              </a:ext>
            </a:extLst>
          </p:cNvPr>
          <p:cNvCxnSpPr>
            <a:cxnSpLocks/>
          </p:cNvCxnSpPr>
          <p:nvPr/>
        </p:nvCxnSpPr>
        <p:spPr>
          <a:xfrm>
            <a:off x="4263813" y="1588347"/>
            <a:ext cx="584289" cy="178348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B95CC08-8287-12D9-6499-28D0E80ED787}"/>
              </a:ext>
            </a:extLst>
          </p:cNvPr>
          <p:cNvSpPr txBox="1"/>
          <p:nvPr/>
        </p:nvSpPr>
        <p:spPr>
          <a:xfrm>
            <a:off x="3078035" y="1003572"/>
            <a:ext cx="2371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Helvetica" panose="020B0604020202020204" pitchFamily="34" charset="0"/>
                <a:cs typeface="Helvetica" panose="020B0604020202020204" pitchFamily="34" charset="0"/>
              </a:rPr>
              <a:t>Pore throat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4601461-0193-12BC-5A35-AC3F962A95C1}"/>
              </a:ext>
            </a:extLst>
          </p:cNvPr>
          <p:cNvCxnSpPr>
            <a:cxnSpLocks/>
          </p:cNvCxnSpPr>
          <p:nvPr/>
        </p:nvCxnSpPr>
        <p:spPr>
          <a:xfrm flipH="1">
            <a:off x="5874262" y="1588347"/>
            <a:ext cx="1065018" cy="197588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AA17422-8F0E-DE8A-7A71-9DF71FA02924}"/>
              </a:ext>
            </a:extLst>
          </p:cNvPr>
          <p:cNvSpPr txBox="1"/>
          <p:nvPr/>
        </p:nvSpPr>
        <p:spPr>
          <a:xfrm>
            <a:off x="5753502" y="1003571"/>
            <a:ext cx="2371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Helvetica" panose="020B0604020202020204" pitchFamily="34" charset="0"/>
                <a:cs typeface="Helvetica" panose="020B0604020202020204" pitchFamily="34" charset="0"/>
              </a:rPr>
              <a:t>Pore body</a:t>
            </a:r>
          </a:p>
        </p:txBody>
      </p:sp>
    </p:spTree>
    <p:extLst>
      <p:ext uri="{BB962C8B-B14F-4D97-AF65-F5344CB8AC3E}">
        <p14:creationId xmlns:p14="http://schemas.microsoft.com/office/powerpoint/2010/main" val="43881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2FEA38C-3CD6-59BB-6993-ACA7CFD3D88B}"/>
              </a:ext>
            </a:extLst>
          </p:cNvPr>
          <p:cNvCxnSpPr>
            <a:cxnSpLocks/>
          </p:cNvCxnSpPr>
          <p:nvPr/>
        </p:nvCxnSpPr>
        <p:spPr>
          <a:xfrm>
            <a:off x="4263813" y="1588347"/>
            <a:ext cx="584289" cy="178348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E3EE8E4-B846-747B-6837-D58BF27D3EF5}"/>
              </a:ext>
            </a:extLst>
          </p:cNvPr>
          <p:cNvSpPr txBox="1"/>
          <p:nvPr/>
        </p:nvSpPr>
        <p:spPr>
          <a:xfrm>
            <a:off x="3078035" y="1126681"/>
            <a:ext cx="2371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Pore throat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E9E8ED2-D065-0412-A522-DFEF5DCE4820}"/>
              </a:ext>
            </a:extLst>
          </p:cNvPr>
          <p:cNvCxnSpPr>
            <a:cxnSpLocks/>
          </p:cNvCxnSpPr>
          <p:nvPr/>
        </p:nvCxnSpPr>
        <p:spPr>
          <a:xfrm flipH="1">
            <a:off x="5874262" y="1588347"/>
            <a:ext cx="1065018" cy="197588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C5971FA-7197-18BD-81BF-713DE1897235}"/>
              </a:ext>
            </a:extLst>
          </p:cNvPr>
          <p:cNvSpPr txBox="1"/>
          <p:nvPr/>
        </p:nvSpPr>
        <p:spPr>
          <a:xfrm>
            <a:off x="5753502" y="1126681"/>
            <a:ext cx="2371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Pore body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936E2C-169D-3C9E-A62E-3AB815781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307" y="2035758"/>
            <a:ext cx="6381482" cy="13932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DF7D86-272E-D2D8-DFC2-D620A5E7C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307" y="3664126"/>
            <a:ext cx="6381482" cy="139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9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33D5869B-2E07-298D-2981-56D92883B707}"/>
              </a:ext>
            </a:extLst>
          </p:cNvPr>
          <p:cNvGrpSpPr/>
          <p:nvPr/>
        </p:nvGrpSpPr>
        <p:grpSpPr>
          <a:xfrm>
            <a:off x="1042822" y="829415"/>
            <a:ext cx="10106356" cy="3570031"/>
            <a:chOff x="1174329" y="739263"/>
            <a:chExt cx="10106356" cy="3570031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B8A91406-FB87-AA2A-00BC-79B7509EF1C5}"/>
                </a:ext>
              </a:extLst>
            </p:cNvPr>
            <p:cNvGrpSpPr/>
            <p:nvPr/>
          </p:nvGrpSpPr>
          <p:grpSpPr>
            <a:xfrm>
              <a:off x="4721065" y="2438082"/>
              <a:ext cx="3042776" cy="1868462"/>
              <a:chOff x="1365111" y="2181187"/>
              <a:chExt cx="3042776" cy="1868462"/>
            </a:xfrm>
          </p:grpSpPr>
          <p:sp>
            <p:nvSpPr>
              <p:cNvPr id="93" name="Ellipse 82">
                <a:extLst>
                  <a:ext uri="{FF2B5EF4-FFF2-40B4-BE49-F238E27FC236}">
                    <a16:creationId xmlns:a16="http://schemas.microsoft.com/office/drawing/2014/main" id="{3FDA58F2-9CEA-BE34-EA0F-5CD897BF1E79}"/>
                  </a:ext>
                </a:extLst>
              </p:cNvPr>
              <p:cNvSpPr/>
              <p:nvPr/>
            </p:nvSpPr>
            <p:spPr>
              <a:xfrm rot="16200000">
                <a:off x="629766" y="2917162"/>
                <a:ext cx="1865712" cy="395021"/>
              </a:xfrm>
              <a:prstGeom prst="ellipse">
                <a:avLst/>
              </a:prstGeom>
              <a:solidFill>
                <a:schemeClr val="bg2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94" name="Connecteur droit 85">
                <a:extLst>
                  <a:ext uri="{FF2B5EF4-FFF2-40B4-BE49-F238E27FC236}">
                    <a16:creationId xmlns:a16="http://schemas.microsoft.com/office/drawing/2014/main" id="{470CC20A-6F08-68B3-FFC8-A32662347450}"/>
                  </a:ext>
                </a:extLst>
              </p:cNvPr>
              <p:cNvCxnSpPr>
                <a:cxnSpLocks/>
                <a:stCxn id="93" idx="2"/>
                <a:endCxn id="98" idx="2"/>
              </p:cNvCxnSpPr>
              <p:nvPr/>
            </p:nvCxnSpPr>
            <p:spPr>
              <a:xfrm>
                <a:off x="1562623" y="4047529"/>
                <a:ext cx="2635654" cy="21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necteur droit 88">
                <a:extLst>
                  <a:ext uri="{FF2B5EF4-FFF2-40B4-BE49-F238E27FC236}">
                    <a16:creationId xmlns:a16="http://schemas.microsoft.com/office/drawing/2014/main" id="{1CDEE71A-4171-AB27-47DD-B5913327EF5C}"/>
                  </a:ext>
                </a:extLst>
              </p:cNvPr>
              <p:cNvCxnSpPr>
                <a:cxnSpLocks/>
                <a:stCxn id="93" idx="6"/>
                <a:endCxn id="98" idx="0"/>
              </p:cNvCxnSpPr>
              <p:nvPr/>
            </p:nvCxnSpPr>
            <p:spPr>
              <a:xfrm>
                <a:off x="1562623" y="2181817"/>
                <a:ext cx="2641291" cy="24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8623E50E-6E83-B90C-8FAB-44AB63AECF98}"/>
                  </a:ext>
                </a:extLst>
              </p:cNvPr>
              <p:cNvGrpSpPr/>
              <p:nvPr/>
            </p:nvGrpSpPr>
            <p:grpSpPr>
              <a:xfrm>
                <a:off x="3995091" y="2181187"/>
                <a:ext cx="412796" cy="1868462"/>
                <a:chOff x="5091100" y="2181186"/>
                <a:chExt cx="412796" cy="1868462"/>
              </a:xfrm>
            </p:grpSpPr>
            <p:sp>
              <p:nvSpPr>
                <p:cNvPr id="97" name="Arc 96">
                  <a:extLst>
                    <a:ext uri="{FF2B5EF4-FFF2-40B4-BE49-F238E27FC236}">
                      <a16:creationId xmlns:a16="http://schemas.microsoft.com/office/drawing/2014/main" id="{4758FA94-C487-7A0C-7E0A-6AE78BAF61FF}"/>
                    </a:ext>
                  </a:extLst>
                </p:cNvPr>
                <p:cNvSpPr/>
                <p:nvPr/>
              </p:nvSpPr>
              <p:spPr>
                <a:xfrm rot="10800000">
                  <a:off x="5097313" y="2181186"/>
                  <a:ext cx="406583" cy="1865711"/>
                </a:xfrm>
                <a:prstGeom prst="arc">
                  <a:avLst>
                    <a:gd name="adj1" fmla="val 16220395"/>
                    <a:gd name="adj2" fmla="val 5400387"/>
                  </a:avLst>
                </a:prstGeom>
                <a:ln>
                  <a:solidFill>
                    <a:schemeClr val="dk1">
                      <a:alpha val="20000"/>
                    </a:schemeClr>
                  </a:solidFill>
                  <a:prstDash val="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98" name="Arc 97">
                  <a:extLst>
                    <a:ext uri="{FF2B5EF4-FFF2-40B4-BE49-F238E27FC236}">
                      <a16:creationId xmlns:a16="http://schemas.microsoft.com/office/drawing/2014/main" id="{79939646-0A3C-7D5C-409F-ACED3B925E39}"/>
                    </a:ext>
                  </a:extLst>
                </p:cNvPr>
                <p:cNvSpPr/>
                <p:nvPr/>
              </p:nvSpPr>
              <p:spPr>
                <a:xfrm>
                  <a:off x="5091100" y="2183937"/>
                  <a:ext cx="406582" cy="1865711"/>
                </a:xfrm>
                <a:prstGeom prst="arc">
                  <a:avLst>
                    <a:gd name="adj1" fmla="val 16220395"/>
                    <a:gd name="adj2" fmla="val 5400387"/>
                  </a:avLst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6FE74EBB-3752-8AA8-C297-D4AC82723AF4}"/>
                </a:ext>
              </a:extLst>
            </p:cNvPr>
            <p:cNvGrpSpPr/>
            <p:nvPr/>
          </p:nvGrpSpPr>
          <p:grpSpPr>
            <a:xfrm>
              <a:off x="1174329" y="2440832"/>
              <a:ext cx="3042776" cy="1868462"/>
              <a:chOff x="1365111" y="2181187"/>
              <a:chExt cx="3042776" cy="1868462"/>
            </a:xfrm>
          </p:grpSpPr>
          <p:sp>
            <p:nvSpPr>
              <p:cNvPr id="5" name="Ellipse 82">
                <a:extLst>
                  <a:ext uri="{FF2B5EF4-FFF2-40B4-BE49-F238E27FC236}">
                    <a16:creationId xmlns:a16="http://schemas.microsoft.com/office/drawing/2014/main" id="{A3E8E99E-BDF8-0B2F-499C-3EA04F51E2AC}"/>
                  </a:ext>
                </a:extLst>
              </p:cNvPr>
              <p:cNvSpPr/>
              <p:nvPr/>
            </p:nvSpPr>
            <p:spPr>
              <a:xfrm rot="16200000">
                <a:off x="629766" y="2917162"/>
                <a:ext cx="1865712" cy="395021"/>
              </a:xfrm>
              <a:prstGeom prst="ellipse">
                <a:avLst/>
              </a:prstGeom>
              <a:solidFill>
                <a:schemeClr val="bg2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6" name="Connecteur droit 85">
                <a:extLst>
                  <a:ext uri="{FF2B5EF4-FFF2-40B4-BE49-F238E27FC236}">
                    <a16:creationId xmlns:a16="http://schemas.microsoft.com/office/drawing/2014/main" id="{34BF3F6E-872E-D2C3-0E98-517B581C8315}"/>
                  </a:ext>
                </a:extLst>
              </p:cNvPr>
              <p:cNvCxnSpPr>
                <a:cxnSpLocks/>
                <a:stCxn id="5" idx="2"/>
                <a:endCxn id="9" idx="2"/>
              </p:cNvCxnSpPr>
              <p:nvPr/>
            </p:nvCxnSpPr>
            <p:spPr>
              <a:xfrm>
                <a:off x="1562623" y="4047529"/>
                <a:ext cx="2635654" cy="21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Connecteur droit 88">
                <a:extLst>
                  <a:ext uri="{FF2B5EF4-FFF2-40B4-BE49-F238E27FC236}">
                    <a16:creationId xmlns:a16="http://schemas.microsoft.com/office/drawing/2014/main" id="{C4050F4D-0A12-434C-46D8-1015C2FAAFD5}"/>
                  </a:ext>
                </a:extLst>
              </p:cNvPr>
              <p:cNvCxnSpPr>
                <a:cxnSpLocks/>
                <a:stCxn id="5" idx="6"/>
                <a:endCxn id="9" idx="0"/>
              </p:cNvCxnSpPr>
              <p:nvPr/>
            </p:nvCxnSpPr>
            <p:spPr>
              <a:xfrm>
                <a:off x="1562623" y="2181817"/>
                <a:ext cx="2641291" cy="24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C7C3577E-5BAC-459E-9032-7D42696F0AD1}"/>
                  </a:ext>
                </a:extLst>
              </p:cNvPr>
              <p:cNvGrpSpPr/>
              <p:nvPr/>
            </p:nvGrpSpPr>
            <p:grpSpPr>
              <a:xfrm>
                <a:off x="3995091" y="2181187"/>
                <a:ext cx="412796" cy="1868462"/>
                <a:chOff x="5091100" y="2181186"/>
                <a:chExt cx="412796" cy="1868462"/>
              </a:xfrm>
            </p:grpSpPr>
            <p:sp>
              <p:nvSpPr>
                <p:cNvPr id="4" name="Arc 3">
                  <a:extLst>
                    <a:ext uri="{FF2B5EF4-FFF2-40B4-BE49-F238E27FC236}">
                      <a16:creationId xmlns:a16="http://schemas.microsoft.com/office/drawing/2014/main" id="{2CA1824B-5653-EE0C-7D3E-C956C3CC54A0}"/>
                    </a:ext>
                  </a:extLst>
                </p:cNvPr>
                <p:cNvSpPr/>
                <p:nvPr/>
              </p:nvSpPr>
              <p:spPr>
                <a:xfrm rot="10800000">
                  <a:off x="5097313" y="2181186"/>
                  <a:ext cx="406583" cy="1865711"/>
                </a:xfrm>
                <a:prstGeom prst="arc">
                  <a:avLst>
                    <a:gd name="adj1" fmla="val 16220395"/>
                    <a:gd name="adj2" fmla="val 5400387"/>
                  </a:avLst>
                </a:prstGeom>
                <a:ln>
                  <a:solidFill>
                    <a:schemeClr val="dk1">
                      <a:alpha val="20000"/>
                    </a:schemeClr>
                  </a:solidFill>
                  <a:prstDash val="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9" name="Arc 8">
                  <a:extLst>
                    <a:ext uri="{FF2B5EF4-FFF2-40B4-BE49-F238E27FC236}">
                      <a16:creationId xmlns:a16="http://schemas.microsoft.com/office/drawing/2014/main" id="{04DC2228-96E1-FFAD-7C2D-A2817FA22273}"/>
                    </a:ext>
                  </a:extLst>
                </p:cNvPr>
                <p:cNvSpPr/>
                <p:nvPr/>
              </p:nvSpPr>
              <p:spPr>
                <a:xfrm>
                  <a:off x="5091100" y="2183937"/>
                  <a:ext cx="406582" cy="1865711"/>
                </a:xfrm>
                <a:prstGeom prst="arc">
                  <a:avLst>
                    <a:gd name="adj1" fmla="val 16220395"/>
                    <a:gd name="adj2" fmla="val 5400387"/>
                  </a:avLst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</p:grpSp>
        <p:sp>
          <p:nvSpPr>
            <p:cNvPr id="76" name="Ellipse 82">
              <a:extLst>
                <a:ext uri="{FF2B5EF4-FFF2-40B4-BE49-F238E27FC236}">
                  <a16:creationId xmlns:a16="http://schemas.microsoft.com/office/drawing/2014/main" id="{569A13DB-ADF2-9095-E9E4-49C1AA7FEA8D}"/>
                </a:ext>
              </a:extLst>
            </p:cNvPr>
            <p:cNvSpPr/>
            <p:nvPr/>
          </p:nvSpPr>
          <p:spPr>
            <a:xfrm rot="16200000">
              <a:off x="3795712" y="3309348"/>
              <a:ext cx="442364" cy="131423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3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77" name="Connecteur droit 85">
              <a:extLst>
                <a:ext uri="{FF2B5EF4-FFF2-40B4-BE49-F238E27FC236}">
                  <a16:creationId xmlns:a16="http://schemas.microsoft.com/office/drawing/2014/main" id="{2A14CEF8-ED7C-9DBF-F503-4D2FB1B7E1B7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4199820" y="3596744"/>
              <a:ext cx="6939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eur droit 88">
              <a:extLst>
                <a:ext uri="{FF2B5EF4-FFF2-40B4-BE49-F238E27FC236}">
                  <a16:creationId xmlns:a16="http://schemas.microsoft.com/office/drawing/2014/main" id="{6293BBDA-E2B5-223C-2268-FA9D4A0ADBF8}"/>
                </a:ext>
              </a:extLst>
            </p:cNvPr>
            <p:cNvCxnSpPr>
              <a:cxnSpLocks/>
              <a:endCxn id="81" idx="0"/>
            </p:cNvCxnSpPr>
            <p:nvPr/>
          </p:nvCxnSpPr>
          <p:spPr>
            <a:xfrm flipV="1">
              <a:off x="4199820" y="3154422"/>
              <a:ext cx="695301" cy="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2004F7EF-13AB-5064-63A1-93D35DA4098F}"/>
                </a:ext>
              </a:extLst>
            </p:cNvPr>
            <p:cNvGrpSpPr/>
            <p:nvPr/>
          </p:nvGrpSpPr>
          <p:grpSpPr>
            <a:xfrm>
              <a:off x="4826178" y="3153728"/>
              <a:ext cx="137335" cy="443017"/>
              <a:chOff x="5091100" y="2181183"/>
              <a:chExt cx="412789" cy="1868465"/>
            </a:xfrm>
          </p:grpSpPr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id="{1ED14FAA-AB03-EB49-F67A-F81E82C15C8B}"/>
                  </a:ext>
                </a:extLst>
              </p:cNvPr>
              <p:cNvSpPr/>
              <p:nvPr/>
            </p:nvSpPr>
            <p:spPr>
              <a:xfrm rot="10800000">
                <a:off x="5097306" y="2181183"/>
                <a:ext cx="406583" cy="1865711"/>
              </a:xfrm>
              <a:prstGeom prst="arc">
                <a:avLst>
                  <a:gd name="adj1" fmla="val 16220395"/>
                  <a:gd name="adj2" fmla="val 5400387"/>
                </a:avLst>
              </a:prstGeom>
              <a:ln>
                <a:solidFill>
                  <a:schemeClr val="dk1">
                    <a:alpha val="20000"/>
                  </a:schemeClr>
                </a:solidFill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81" name="Arc 80">
                <a:extLst>
                  <a:ext uri="{FF2B5EF4-FFF2-40B4-BE49-F238E27FC236}">
                    <a16:creationId xmlns:a16="http://schemas.microsoft.com/office/drawing/2014/main" id="{6BA9616F-4494-DD8F-E85B-E073DFA22885}"/>
                  </a:ext>
                </a:extLst>
              </p:cNvPr>
              <p:cNvSpPr/>
              <p:nvPr/>
            </p:nvSpPr>
            <p:spPr>
              <a:xfrm>
                <a:off x="5091100" y="2183937"/>
                <a:ext cx="406582" cy="1865711"/>
              </a:xfrm>
              <a:prstGeom prst="arc">
                <a:avLst>
                  <a:gd name="adj1" fmla="val 16220395"/>
                  <a:gd name="adj2" fmla="val 5400387"/>
                </a:avLst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cxnSp>
          <p:nvCxnSpPr>
            <p:cNvPr id="87" name="Connecteur droit 88">
              <a:extLst>
                <a:ext uri="{FF2B5EF4-FFF2-40B4-BE49-F238E27FC236}">
                  <a16:creationId xmlns:a16="http://schemas.microsoft.com/office/drawing/2014/main" id="{1FB02ABB-5E68-2D27-A0C5-B5E9DDA0DECF}"/>
                </a:ext>
              </a:extLst>
            </p:cNvPr>
            <p:cNvCxnSpPr>
              <a:cxnSpLocks/>
              <a:stCxn id="76" idx="6"/>
            </p:cNvCxnSpPr>
            <p:nvPr/>
          </p:nvCxnSpPr>
          <p:spPr>
            <a:xfrm>
              <a:off x="4016895" y="3153878"/>
              <a:ext cx="182925" cy="463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eur droit 88">
              <a:extLst>
                <a:ext uri="{FF2B5EF4-FFF2-40B4-BE49-F238E27FC236}">
                  <a16:creationId xmlns:a16="http://schemas.microsoft.com/office/drawing/2014/main" id="{BAC1BA96-550B-418E-3D1D-2CC97C0AA62C}"/>
                </a:ext>
              </a:extLst>
            </p:cNvPr>
            <p:cNvCxnSpPr>
              <a:cxnSpLocks/>
            </p:cNvCxnSpPr>
            <p:nvPr/>
          </p:nvCxnSpPr>
          <p:spPr>
            <a:xfrm>
              <a:off x="4016895" y="3596110"/>
              <a:ext cx="182925" cy="463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DF2A7C8F-1D5B-F71C-2261-10EA35A0E06B}"/>
                </a:ext>
              </a:extLst>
            </p:cNvPr>
            <p:cNvGrpSpPr/>
            <p:nvPr/>
          </p:nvGrpSpPr>
          <p:grpSpPr>
            <a:xfrm>
              <a:off x="8237909" y="2434587"/>
              <a:ext cx="3042776" cy="1868462"/>
              <a:chOff x="1365111" y="2181187"/>
              <a:chExt cx="3042776" cy="1868462"/>
            </a:xfrm>
          </p:grpSpPr>
          <p:sp>
            <p:nvSpPr>
              <p:cNvPr id="105" name="Ellipse 82">
                <a:extLst>
                  <a:ext uri="{FF2B5EF4-FFF2-40B4-BE49-F238E27FC236}">
                    <a16:creationId xmlns:a16="http://schemas.microsoft.com/office/drawing/2014/main" id="{580A2E19-3EF2-9CBA-02D7-215E2FA1F323}"/>
                  </a:ext>
                </a:extLst>
              </p:cNvPr>
              <p:cNvSpPr/>
              <p:nvPr/>
            </p:nvSpPr>
            <p:spPr>
              <a:xfrm rot="16200000">
                <a:off x="629766" y="2917162"/>
                <a:ext cx="1865712" cy="395021"/>
              </a:xfrm>
              <a:prstGeom prst="ellipse">
                <a:avLst/>
              </a:prstGeom>
              <a:solidFill>
                <a:schemeClr val="bg2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106" name="Connecteur droit 85">
                <a:extLst>
                  <a:ext uri="{FF2B5EF4-FFF2-40B4-BE49-F238E27FC236}">
                    <a16:creationId xmlns:a16="http://schemas.microsoft.com/office/drawing/2014/main" id="{30F08E76-2E2D-6CA2-B62E-674BFD0078C4}"/>
                  </a:ext>
                </a:extLst>
              </p:cNvPr>
              <p:cNvCxnSpPr>
                <a:cxnSpLocks/>
                <a:stCxn id="105" idx="2"/>
                <a:endCxn id="110" idx="2"/>
              </p:cNvCxnSpPr>
              <p:nvPr/>
            </p:nvCxnSpPr>
            <p:spPr>
              <a:xfrm>
                <a:off x="1562623" y="4047529"/>
                <a:ext cx="2635654" cy="21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Connecteur droit 88">
                <a:extLst>
                  <a:ext uri="{FF2B5EF4-FFF2-40B4-BE49-F238E27FC236}">
                    <a16:creationId xmlns:a16="http://schemas.microsoft.com/office/drawing/2014/main" id="{9FEB28FD-469B-224F-5F1A-DAF0BCB36E9C}"/>
                  </a:ext>
                </a:extLst>
              </p:cNvPr>
              <p:cNvCxnSpPr>
                <a:cxnSpLocks/>
                <a:stCxn id="105" idx="6"/>
                <a:endCxn id="110" idx="0"/>
              </p:cNvCxnSpPr>
              <p:nvPr/>
            </p:nvCxnSpPr>
            <p:spPr>
              <a:xfrm>
                <a:off x="1562623" y="2181817"/>
                <a:ext cx="2641291" cy="24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AAF0217E-6482-2DF8-6982-DA4A900401D4}"/>
                  </a:ext>
                </a:extLst>
              </p:cNvPr>
              <p:cNvGrpSpPr/>
              <p:nvPr/>
            </p:nvGrpSpPr>
            <p:grpSpPr>
              <a:xfrm>
                <a:off x="3995091" y="2181187"/>
                <a:ext cx="412796" cy="1868462"/>
                <a:chOff x="5091100" y="2181186"/>
                <a:chExt cx="412796" cy="1868462"/>
              </a:xfrm>
            </p:grpSpPr>
            <p:sp>
              <p:nvSpPr>
                <p:cNvPr id="109" name="Arc 108">
                  <a:extLst>
                    <a:ext uri="{FF2B5EF4-FFF2-40B4-BE49-F238E27FC236}">
                      <a16:creationId xmlns:a16="http://schemas.microsoft.com/office/drawing/2014/main" id="{5B45B916-2AB6-C874-E696-0410983CF32E}"/>
                    </a:ext>
                  </a:extLst>
                </p:cNvPr>
                <p:cNvSpPr/>
                <p:nvPr/>
              </p:nvSpPr>
              <p:spPr>
                <a:xfrm rot="10800000">
                  <a:off x="5097313" y="2181186"/>
                  <a:ext cx="406583" cy="1865711"/>
                </a:xfrm>
                <a:prstGeom prst="arc">
                  <a:avLst>
                    <a:gd name="adj1" fmla="val 16220395"/>
                    <a:gd name="adj2" fmla="val 5400387"/>
                  </a:avLst>
                </a:prstGeom>
                <a:ln>
                  <a:solidFill>
                    <a:schemeClr val="dk1">
                      <a:alpha val="20000"/>
                    </a:schemeClr>
                  </a:solidFill>
                  <a:prstDash val="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10" name="Arc 109">
                  <a:extLst>
                    <a:ext uri="{FF2B5EF4-FFF2-40B4-BE49-F238E27FC236}">
                      <a16:creationId xmlns:a16="http://schemas.microsoft.com/office/drawing/2014/main" id="{082F8843-F2CB-C907-2482-D2780CA1FCD0}"/>
                    </a:ext>
                  </a:extLst>
                </p:cNvPr>
                <p:cNvSpPr/>
                <p:nvPr/>
              </p:nvSpPr>
              <p:spPr>
                <a:xfrm>
                  <a:off x="5091100" y="2183937"/>
                  <a:ext cx="406582" cy="1865711"/>
                </a:xfrm>
                <a:prstGeom prst="arc">
                  <a:avLst>
                    <a:gd name="adj1" fmla="val 16220395"/>
                    <a:gd name="adj2" fmla="val 5400387"/>
                  </a:avLst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</p:grpSp>
        <p:sp>
          <p:nvSpPr>
            <p:cNvPr id="111" name="Ellipse 82">
              <a:extLst>
                <a:ext uri="{FF2B5EF4-FFF2-40B4-BE49-F238E27FC236}">
                  <a16:creationId xmlns:a16="http://schemas.microsoft.com/office/drawing/2014/main" id="{2E62727E-6AF2-0DC5-E3FE-AE8E50DC985F}"/>
                </a:ext>
              </a:extLst>
            </p:cNvPr>
            <p:cNvSpPr/>
            <p:nvPr/>
          </p:nvSpPr>
          <p:spPr>
            <a:xfrm rot="16200000">
              <a:off x="7312556" y="3305853"/>
              <a:ext cx="442364" cy="131423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3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12" name="Connecteur droit 85">
              <a:extLst>
                <a:ext uri="{FF2B5EF4-FFF2-40B4-BE49-F238E27FC236}">
                  <a16:creationId xmlns:a16="http://schemas.microsoft.com/office/drawing/2014/main" id="{47A05DAE-1F9D-6F96-716C-78873AA3E65E}"/>
                </a:ext>
              </a:extLst>
            </p:cNvPr>
            <p:cNvCxnSpPr>
              <a:cxnSpLocks/>
              <a:endCxn id="116" idx="2"/>
            </p:cNvCxnSpPr>
            <p:nvPr/>
          </p:nvCxnSpPr>
          <p:spPr>
            <a:xfrm>
              <a:off x="7716664" y="3593249"/>
              <a:ext cx="6939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88">
              <a:extLst>
                <a:ext uri="{FF2B5EF4-FFF2-40B4-BE49-F238E27FC236}">
                  <a16:creationId xmlns:a16="http://schemas.microsoft.com/office/drawing/2014/main" id="{63041739-D508-646B-1CFC-B970E88ECFD7}"/>
                </a:ext>
              </a:extLst>
            </p:cNvPr>
            <p:cNvCxnSpPr>
              <a:cxnSpLocks/>
              <a:endCxn id="116" idx="0"/>
            </p:cNvCxnSpPr>
            <p:nvPr/>
          </p:nvCxnSpPr>
          <p:spPr>
            <a:xfrm flipV="1">
              <a:off x="7716664" y="3150927"/>
              <a:ext cx="695301" cy="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73DE543E-5650-24AE-DAF2-DDD77C2E2C29}"/>
                </a:ext>
              </a:extLst>
            </p:cNvPr>
            <p:cNvGrpSpPr/>
            <p:nvPr/>
          </p:nvGrpSpPr>
          <p:grpSpPr>
            <a:xfrm>
              <a:off x="8343022" y="3150233"/>
              <a:ext cx="137335" cy="443017"/>
              <a:chOff x="5091100" y="2181183"/>
              <a:chExt cx="412789" cy="1868465"/>
            </a:xfrm>
          </p:grpSpPr>
          <p:sp>
            <p:nvSpPr>
              <p:cNvPr id="115" name="Arc 114">
                <a:extLst>
                  <a:ext uri="{FF2B5EF4-FFF2-40B4-BE49-F238E27FC236}">
                    <a16:creationId xmlns:a16="http://schemas.microsoft.com/office/drawing/2014/main" id="{A4CA2020-CFE0-AC49-0C19-40B8D9A467CE}"/>
                  </a:ext>
                </a:extLst>
              </p:cNvPr>
              <p:cNvSpPr/>
              <p:nvPr/>
            </p:nvSpPr>
            <p:spPr>
              <a:xfrm rot="10800000">
                <a:off x="5097306" y="2181183"/>
                <a:ext cx="406583" cy="1865711"/>
              </a:xfrm>
              <a:prstGeom prst="arc">
                <a:avLst>
                  <a:gd name="adj1" fmla="val 16220395"/>
                  <a:gd name="adj2" fmla="val 5400387"/>
                </a:avLst>
              </a:prstGeom>
              <a:ln>
                <a:solidFill>
                  <a:schemeClr val="dk1">
                    <a:alpha val="20000"/>
                  </a:schemeClr>
                </a:solidFill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6" name="Arc 115">
                <a:extLst>
                  <a:ext uri="{FF2B5EF4-FFF2-40B4-BE49-F238E27FC236}">
                    <a16:creationId xmlns:a16="http://schemas.microsoft.com/office/drawing/2014/main" id="{EBCD6089-E06C-EDE2-2181-C04B42DB74A3}"/>
                  </a:ext>
                </a:extLst>
              </p:cNvPr>
              <p:cNvSpPr/>
              <p:nvPr/>
            </p:nvSpPr>
            <p:spPr>
              <a:xfrm>
                <a:off x="5091100" y="2183937"/>
                <a:ext cx="406582" cy="1865711"/>
              </a:xfrm>
              <a:prstGeom prst="arc">
                <a:avLst>
                  <a:gd name="adj1" fmla="val 16220395"/>
                  <a:gd name="adj2" fmla="val 5400387"/>
                </a:avLst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cxnSp>
          <p:nvCxnSpPr>
            <p:cNvPr id="117" name="Connecteur droit 88">
              <a:extLst>
                <a:ext uri="{FF2B5EF4-FFF2-40B4-BE49-F238E27FC236}">
                  <a16:creationId xmlns:a16="http://schemas.microsoft.com/office/drawing/2014/main" id="{A6A518A0-851F-E60A-C8BD-FB290E504E35}"/>
                </a:ext>
              </a:extLst>
            </p:cNvPr>
            <p:cNvCxnSpPr>
              <a:cxnSpLocks/>
              <a:stCxn id="111" idx="6"/>
            </p:cNvCxnSpPr>
            <p:nvPr/>
          </p:nvCxnSpPr>
          <p:spPr>
            <a:xfrm>
              <a:off x="7533739" y="3150383"/>
              <a:ext cx="182925" cy="463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eur droit 88">
              <a:extLst>
                <a:ext uri="{FF2B5EF4-FFF2-40B4-BE49-F238E27FC236}">
                  <a16:creationId xmlns:a16="http://schemas.microsoft.com/office/drawing/2014/main" id="{6986D538-987C-9059-9357-66EB0FAF4684}"/>
                </a:ext>
              </a:extLst>
            </p:cNvPr>
            <p:cNvCxnSpPr>
              <a:cxnSpLocks/>
            </p:cNvCxnSpPr>
            <p:nvPr/>
          </p:nvCxnSpPr>
          <p:spPr>
            <a:xfrm>
              <a:off x="7533739" y="3592615"/>
              <a:ext cx="182925" cy="463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0B435F33-944E-0B5F-096B-8BACF8C97C6B}"/>
                </a:ext>
              </a:extLst>
            </p:cNvPr>
            <p:cNvCxnSpPr>
              <a:cxnSpLocks/>
              <a:endCxn id="76" idx="6"/>
            </p:cNvCxnSpPr>
            <p:nvPr/>
          </p:nvCxnSpPr>
          <p:spPr>
            <a:xfrm>
              <a:off x="4016895" y="1311360"/>
              <a:ext cx="0" cy="184251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ADAB9FE-2646-7E16-025E-EA091CEBE482}"/>
                </a:ext>
              </a:extLst>
            </p:cNvPr>
            <p:cNvCxnSpPr>
              <a:cxnSpLocks/>
            </p:cNvCxnSpPr>
            <p:nvPr/>
          </p:nvCxnSpPr>
          <p:spPr>
            <a:xfrm>
              <a:off x="7524123" y="1311360"/>
              <a:ext cx="0" cy="184251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57E3C92-EB39-9274-3DC7-EFDF980D7680}"/>
                </a:ext>
              </a:extLst>
            </p:cNvPr>
            <p:cNvCxnSpPr>
              <a:cxnSpLocks/>
            </p:cNvCxnSpPr>
            <p:nvPr/>
          </p:nvCxnSpPr>
          <p:spPr>
            <a:xfrm>
              <a:off x="4893784" y="1890889"/>
              <a:ext cx="0" cy="1259344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874DD297-90D3-1460-B0F9-504B4C6A2A73}"/>
                </a:ext>
              </a:extLst>
            </p:cNvPr>
            <p:cNvCxnSpPr/>
            <p:nvPr/>
          </p:nvCxnSpPr>
          <p:spPr>
            <a:xfrm>
              <a:off x="4016895" y="1311360"/>
              <a:ext cx="3507228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B1892136-EA17-6F3C-8764-3D49243A2A2C}"/>
                </a:ext>
              </a:extLst>
            </p:cNvPr>
            <p:cNvCxnSpPr>
              <a:cxnSpLocks/>
            </p:cNvCxnSpPr>
            <p:nvPr/>
          </p:nvCxnSpPr>
          <p:spPr>
            <a:xfrm>
              <a:off x="4893784" y="1890889"/>
              <a:ext cx="263033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F8FF2D02-7AA8-B41C-F7B5-AA00E1E2AF24}"/>
                    </a:ext>
                  </a:extLst>
                </p:cNvPr>
                <p:cNvSpPr txBox="1"/>
                <p:nvPr/>
              </p:nvSpPr>
              <p:spPr>
                <a:xfrm>
                  <a:off x="5344354" y="739263"/>
                  <a:ext cx="85231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F8FF2D02-7AA8-B41C-F7B5-AA00E1E2A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4354" y="739263"/>
                  <a:ext cx="852310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489F8F64-C933-0F92-FF53-AF0F87695AC7}"/>
                    </a:ext>
                  </a:extLst>
                </p:cNvPr>
                <p:cNvSpPr txBox="1"/>
                <p:nvPr/>
              </p:nvSpPr>
              <p:spPr>
                <a:xfrm>
                  <a:off x="5810249" y="1311191"/>
                  <a:ext cx="85231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489F8F64-C933-0F92-FF53-AF0F87695A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0249" y="1311191"/>
                  <a:ext cx="852310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6DC762C5-1B91-317D-2ACE-6566D562A4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5382" y="2038917"/>
              <a:ext cx="274893" cy="133540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055C6B7C-AB4A-6C9C-955D-0F82E67F9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65295" y="2032042"/>
              <a:ext cx="274893" cy="133540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073EFD6E-BC1C-73A0-5A45-A2445AD25801}"/>
                    </a:ext>
                  </a:extLst>
                </p:cNvPr>
                <p:cNvSpPr txBox="1"/>
                <p:nvPr/>
              </p:nvSpPr>
              <p:spPr>
                <a:xfrm>
                  <a:off x="7854120" y="1447267"/>
                  <a:ext cx="85231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073EFD6E-BC1C-73A0-5A45-A2445AD25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4120" y="1447267"/>
                  <a:ext cx="852310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2F34BCF0-8115-9795-A1DE-48D975414BBA}"/>
                    </a:ext>
                  </a:extLst>
                </p:cNvPr>
                <p:cNvSpPr txBox="1"/>
                <p:nvPr/>
              </p:nvSpPr>
              <p:spPr>
                <a:xfrm>
                  <a:off x="9614033" y="1450711"/>
                  <a:ext cx="85231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2F34BCF0-8115-9795-A1DE-48D975414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4033" y="1450711"/>
                  <a:ext cx="852310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47956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B22D825EA16945ADB31798990FF3E1" ma:contentTypeVersion="15" ma:contentTypeDescription="Create a new document." ma:contentTypeScope="" ma:versionID="511a9b4b820ab5edb19f950dfb0cc123">
  <xsd:schema xmlns:xsd="http://www.w3.org/2001/XMLSchema" xmlns:xs="http://www.w3.org/2001/XMLSchema" xmlns:p="http://schemas.microsoft.com/office/2006/metadata/properties" xmlns:ns2="6d8abf16-dc90-42ce-8112-324858751a10" xmlns:ns3="de9322ef-886b-4d65-b6f7-ac1089ce2321" targetNamespace="http://schemas.microsoft.com/office/2006/metadata/properties" ma:root="true" ma:fieldsID="bd579a329de9faadfdcd0783dea88eb5" ns2:_="" ns3:_="">
    <xsd:import namespace="6d8abf16-dc90-42ce-8112-324858751a10"/>
    <xsd:import namespace="de9322ef-886b-4d65-b6f7-ac1089ce23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8abf16-dc90-42ce-8112-324858751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0af7bfeb-facf-4b5f-9b14-51f21a97b7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9322ef-886b-4d65-b6f7-ac1089ce232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a258fa4-0b9a-4f3f-a678-99eca6e2c861}" ma:internalName="TaxCatchAll" ma:showField="CatchAllData" ma:web="de9322ef-886b-4d65-b6f7-ac1089ce23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8abf16-dc90-42ce-8112-324858751a10">
      <Terms xmlns="http://schemas.microsoft.com/office/infopath/2007/PartnerControls"/>
    </lcf76f155ced4ddcb4097134ff3c332f>
    <TaxCatchAll xmlns="de9322ef-886b-4d65-b6f7-ac1089ce2321" xsi:nil="true"/>
  </documentManagement>
</p:properties>
</file>

<file path=customXml/itemProps1.xml><?xml version="1.0" encoding="utf-8"?>
<ds:datastoreItem xmlns:ds="http://schemas.openxmlformats.org/officeDocument/2006/customXml" ds:itemID="{F9C08BE0-09C2-49DA-85E9-4C5AE445A7C2}"/>
</file>

<file path=customXml/itemProps2.xml><?xml version="1.0" encoding="utf-8"?>
<ds:datastoreItem xmlns:ds="http://schemas.openxmlformats.org/officeDocument/2006/customXml" ds:itemID="{D7B65D32-8C92-4926-A0AE-7BA0050CA589}"/>
</file>

<file path=customXml/itemProps3.xml><?xml version="1.0" encoding="utf-8"?>
<ds:datastoreItem xmlns:ds="http://schemas.openxmlformats.org/officeDocument/2006/customXml" ds:itemID="{CC2FF164-A7CB-4825-8228-E3E878F84F68}"/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Helvetica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Keurfon Luu</dc:creator>
  <cp:lastModifiedBy>Keurfon Luu</cp:lastModifiedBy>
  <cp:revision>4</cp:revision>
  <dcterms:created xsi:type="dcterms:W3CDTF">2022-10-16T06:45:22Z</dcterms:created>
  <dcterms:modified xsi:type="dcterms:W3CDTF">2022-10-16T07:28:19Z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0x01010092B22D825EA16945ADB31798990FF3E1</vt:lpwstr>
  </property>
</Properties>
</file>